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8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6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i Gurung" userId="e2354b7e34d2f498" providerId="LiveId" clId="{003F203D-70B0-4059-9844-D7232372AAB9}"/>
    <pc:docChg chg="undo redo custSel delSld modSld">
      <pc:chgData name="Keerti Gurung" userId="e2354b7e34d2f498" providerId="LiveId" clId="{003F203D-70B0-4059-9844-D7232372AAB9}" dt="2026-09-26T08:53:28.875" v="1703" actId="2696"/>
      <pc:docMkLst>
        <pc:docMk/>
      </pc:docMkLst>
      <pc:sldChg chg="modSp mod">
        <pc:chgData name="Keerti Gurung" userId="e2354b7e34d2f498" providerId="LiveId" clId="{003F203D-70B0-4059-9844-D7232372AAB9}" dt="2026-09-26T08:51:58.851" v="1699" actId="255"/>
        <pc:sldMkLst>
          <pc:docMk/>
          <pc:sldMk cId="1858497084" sldId="256"/>
        </pc:sldMkLst>
        <pc:spChg chg="mod">
          <ac:chgData name="Keerti Gurung" userId="e2354b7e34d2f498" providerId="LiveId" clId="{003F203D-70B0-4059-9844-D7232372AAB9}" dt="2026-09-26T08:51:58.851" v="1699" actId="255"/>
          <ac:spMkLst>
            <pc:docMk/>
            <pc:sldMk cId="1858497084" sldId="256"/>
            <ac:spMk id="2" creationId="{F78CCD44-A660-46A2-825B-78A6EF8CAC79}"/>
          </ac:spMkLst>
        </pc:spChg>
        <pc:spChg chg="mod">
          <ac:chgData name="Keerti Gurung" userId="e2354b7e34d2f498" providerId="LiveId" clId="{003F203D-70B0-4059-9844-D7232372AAB9}" dt="2026-09-22T13:09:46.752" v="1" actId="122"/>
          <ac:spMkLst>
            <pc:docMk/>
            <pc:sldMk cId="1858497084" sldId="256"/>
            <ac:spMk id="3" creationId="{F38D0DE3-630C-42EC-9F5C-B6AFD109F3C9}"/>
          </ac:spMkLst>
        </pc:spChg>
      </pc:sldChg>
      <pc:sldChg chg="modSp mod">
        <pc:chgData name="Keerti Gurung" userId="e2354b7e34d2f498" providerId="LiveId" clId="{003F203D-70B0-4059-9844-D7232372AAB9}" dt="2026-09-26T07:33:55.687" v="351" actId="20577"/>
        <pc:sldMkLst>
          <pc:docMk/>
          <pc:sldMk cId="3440653884" sldId="257"/>
        </pc:sldMkLst>
        <pc:spChg chg="mod">
          <ac:chgData name="Keerti Gurung" userId="e2354b7e34d2f498" providerId="LiveId" clId="{003F203D-70B0-4059-9844-D7232372AAB9}" dt="2026-09-26T07:33:55.687" v="351" actId="20577"/>
          <ac:spMkLst>
            <pc:docMk/>
            <pc:sldMk cId="3440653884" sldId="257"/>
            <ac:spMk id="3" creationId="{ADAF1F93-4CE4-4633-96F8-92A0B1365EC9}"/>
          </ac:spMkLst>
        </pc:spChg>
      </pc:sldChg>
      <pc:sldChg chg="addSp delSp modSp mod modClrScheme chgLayout">
        <pc:chgData name="Keerti Gurung" userId="e2354b7e34d2f498" providerId="LiveId" clId="{003F203D-70B0-4059-9844-D7232372AAB9}" dt="2026-09-26T08:22:27.386" v="1001" actId="20577"/>
        <pc:sldMkLst>
          <pc:docMk/>
          <pc:sldMk cId="1944091636" sldId="258"/>
        </pc:sldMkLst>
        <pc:spChg chg="mod ord">
          <ac:chgData name="Keerti Gurung" userId="e2354b7e34d2f498" providerId="LiveId" clId="{003F203D-70B0-4059-9844-D7232372AAB9}" dt="2026-09-26T07:27:49.010" v="257" actId="700"/>
          <ac:spMkLst>
            <pc:docMk/>
            <pc:sldMk cId="1944091636" sldId="258"/>
            <ac:spMk id="2" creationId="{1E21523D-E30E-458A-8F1B-941AFFEE950B}"/>
          </ac:spMkLst>
        </pc:spChg>
        <pc:spChg chg="del mod">
          <ac:chgData name="Keerti Gurung" userId="e2354b7e34d2f498" providerId="LiveId" clId="{003F203D-70B0-4059-9844-D7232372AAB9}" dt="2026-09-26T07:27:43.140" v="256" actId="21"/>
          <ac:spMkLst>
            <pc:docMk/>
            <pc:sldMk cId="1944091636" sldId="258"/>
            <ac:spMk id="3" creationId="{2B48E66E-38FA-4989-A8E2-ABA40C5B2822}"/>
          </ac:spMkLst>
        </pc:spChg>
        <pc:spChg chg="add del mod ord">
          <ac:chgData name="Keerti Gurung" userId="e2354b7e34d2f498" providerId="LiveId" clId="{003F203D-70B0-4059-9844-D7232372AAB9}" dt="2026-09-26T07:27:49.010" v="257" actId="700"/>
          <ac:spMkLst>
            <pc:docMk/>
            <pc:sldMk cId="1944091636" sldId="258"/>
            <ac:spMk id="5" creationId="{42058AE6-C6FF-435E-8DF4-E67584D7B5BE}"/>
          </ac:spMkLst>
        </pc:spChg>
        <pc:spChg chg="del mod">
          <ac:chgData name="Keerti Gurung" userId="e2354b7e34d2f498" providerId="LiveId" clId="{003F203D-70B0-4059-9844-D7232372AAB9}" dt="2026-09-26T07:28:13.330" v="262" actId="21"/>
          <ac:spMkLst>
            <pc:docMk/>
            <pc:sldMk cId="1944091636" sldId="258"/>
            <ac:spMk id="6" creationId="{B65EA871-F84D-4B02-AA7F-5C2BDFC350EB}"/>
          </ac:spMkLst>
        </pc:spChg>
        <pc:spChg chg="del mod">
          <ac:chgData name="Keerti Gurung" userId="e2354b7e34d2f498" providerId="LiveId" clId="{003F203D-70B0-4059-9844-D7232372AAB9}" dt="2026-09-26T07:28:19.390" v="264" actId="21"/>
          <ac:spMkLst>
            <pc:docMk/>
            <pc:sldMk cId="1944091636" sldId="258"/>
            <ac:spMk id="7" creationId="{BBA0F283-6DDC-40F8-AA5E-059B6358964D}"/>
          </ac:spMkLst>
        </pc:spChg>
        <pc:spChg chg="del mod">
          <ac:chgData name="Keerti Gurung" userId="e2354b7e34d2f498" providerId="LiveId" clId="{003F203D-70B0-4059-9844-D7232372AAB9}" dt="2026-09-26T07:28:31.750" v="267" actId="21"/>
          <ac:spMkLst>
            <pc:docMk/>
            <pc:sldMk cId="1944091636" sldId="258"/>
            <ac:spMk id="9" creationId="{F3AB4831-6BD1-4AB0-99FE-BDD6AC5F7198}"/>
          </ac:spMkLst>
        </pc:spChg>
        <pc:spChg chg="del">
          <ac:chgData name="Keerti Gurung" userId="e2354b7e34d2f498" providerId="LiveId" clId="{003F203D-70B0-4059-9844-D7232372AAB9}" dt="2026-09-26T07:28:25.640" v="265" actId="21"/>
          <ac:spMkLst>
            <pc:docMk/>
            <pc:sldMk cId="1944091636" sldId="258"/>
            <ac:spMk id="10" creationId="{1C453C4B-1402-4BBA-82A8-6181F4A183AC}"/>
          </ac:spMkLst>
        </pc:spChg>
        <pc:spChg chg="add del mod">
          <ac:chgData name="Keerti Gurung" userId="e2354b7e34d2f498" providerId="LiveId" clId="{003F203D-70B0-4059-9844-D7232372AAB9}" dt="2026-09-26T07:27:57.610" v="259"/>
          <ac:spMkLst>
            <pc:docMk/>
            <pc:sldMk cId="1944091636" sldId="258"/>
            <ac:spMk id="11" creationId="{2D9E52A5-5F82-42DC-8B48-D5469D5F2160}"/>
          </ac:spMkLst>
        </pc:spChg>
        <pc:spChg chg="mod ord">
          <ac:chgData name="Keerti Gurung" userId="e2354b7e34d2f498" providerId="LiveId" clId="{003F203D-70B0-4059-9844-D7232372AAB9}" dt="2026-09-26T08:22:27.386" v="1001" actId="20577"/>
          <ac:spMkLst>
            <pc:docMk/>
            <pc:sldMk cId="1944091636" sldId="258"/>
            <ac:spMk id="14" creationId="{141B7ED8-3E2F-4C8D-9B70-29F4794794B3}"/>
          </ac:spMkLst>
        </pc:spChg>
        <pc:graphicFrameChg chg="add mod modGraphic">
          <ac:chgData name="Keerti Gurung" userId="e2354b7e34d2f498" providerId="LiveId" clId="{003F203D-70B0-4059-9844-D7232372AAB9}" dt="2026-09-26T08:22:21.186" v="1000" actId="1076"/>
          <ac:graphicFrameMkLst>
            <pc:docMk/>
            <pc:sldMk cId="1944091636" sldId="258"/>
            <ac:graphicFrameMk id="3" creationId="{A30C8665-A924-49B1-8678-5A845EE38EAF}"/>
          </ac:graphicFrameMkLst>
        </pc:graphicFrameChg>
        <pc:graphicFrameChg chg="add del mod modGraphic">
          <ac:chgData name="Keerti Gurung" userId="e2354b7e34d2f498" providerId="LiveId" clId="{003F203D-70B0-4059-9844-D7232372AAB9}" dt="2026-09-26T08:08:53.927" v="546" actId="21"/>
          <ac:graphicFrameMkLst>
            <pc:docMk/>
            <pc:sldMk cId="1944091636" sldId="258"/>
            <ac:graphicFrameMk id="5" creationId="{70ADB0B1-BE89-407C-AFD5-8AB8BA8135F4}"/>
          </ac:graphicFrameMkLst>
        </pc:graphicFrameChg>
        <pc:graphicFrameChg chg="add del mod modGraphic">
          <ac:chgData name="Keerti Gurung" userId="e2354b7e34d2f498" providerId="LiveId" clId="{003F203D-70B0-4059-9844-D7232372AAB9}" dt="2026-09-26T08:20:40.536" v="987" actId="21"/>
          <ac:graphicFrameMkLst>
            <pc:docMk/>
            <pc:sldMk cId="1944091636" sldId="258"/>
            <ac:graphicFrameMk id="6" creationId="{F79B5AB3-B8A1-4A1C-AF3B-290C15B05D63}"/>
          </ac:graphicFrameMkLst>
        </pc:graphicFrameChg>
        <pc:graphicFrameChg chg="add del mod modGraphic">
          <ac:chgData name="Keerti Gurung" userId="e2354b7e34d2f498" providerId="LiveId" clId="{003F203D-70B0-4059-9844-D7232372AAB9}" dt="2026-09-26T08:08:22.666" v="539" actId="21"/>
          <ac:graphicFrameMkLst>
            <pc:docMk/>
            <pc:sldMk cId="1944091636" sldId="258"/>
            <ac:graphicFrameMk id="8" creationId="{36086A13-C61A-4BF2-8EF2-B3761680D0E7}"/>
          </ac:graphicFrameMkLst>
        </pc:graphicFrameChg>
      </pc:sldChg>
      <pc:sldChg chg="addSp delSp modSp mod">
        <pc:chgData name="Keerti Gurung" userId="e2354b7e34d2f498" providerId="LiveId" clId="{003F203D-70B0-4059-9844-D7232372AAB9}" dt="2026-09-26T07:55:36.256" v="501" actId="14100"/>
        <pc:sldMkLst>
          <pc:docMk/>
          <pc:sldMk cId="1152110882" sldId="260"/>
        </pc:sldMkLst>
        <pc:spChg chg="mod">
          <ac:chgData name="Keerti Gurung" userId="e2354b7e34d2f498" providerId="LiveId" clId="{003F203D-70B0-4059-9844-D7232372AAB9}" dt="2026-09-26T07:55:36.256" v="501" actId="14100"/>
          <ac:spMkLst>
            <pc:docMk/>
            <pc:sldMk cId="1152110882" sldId="260"/>
            <ac:spMk id="9" creationId="{56D81C15-7D36-4C39-B24F-C0729E27B474}"/>
          </ac:spMkLst>
        </pc:spChg>
        <pc:spChg chg="add del mod">
          <ac:chgData name="Keerti Gurung" userId="e2354b7e34d2f498" providerId="LiveId" clId="{003F203D-70B0-4059-9844-D7232372AAB9}" dt="2026-09-26T07:52:38.486" v="469" actId="21"/>
          <ac:spMkLst>
            <pc:docMk/>
            <pc:sldMk cId="1152110882" sldId="260"/>
            <ac:spMk id="10" creationId="{A372BB4B-3216-41D8-80BE-75F469586810}"/>
          </ac:spMkLst>
        </pc:spChg>
        <pc:spChg chg="del mod">
          <ac:chgData name="Keerti Gurung" userId="e2354b7e34d2f498" providerId="LiveId" clId="{003F203D-70B0-4059-9844-D7232372AAB9}" dt="2026-09-26T07:54:56.741" v="499" actId="21"/>
          <ac:spMkLst>
            <pc:docMk/>
            <pc:sldMk cId="1152110882" sldId="260"/>
            <ac:spMk id="11" creationId="{6A2F1DA0-0748-43BD-B738-A37CF5E0BEC5}"/>
          </ac:spMkLst>
        </pc:spChg>
        <pc:spChg chg="del">
          <ac:chgData name="Keerti Gurung" userId="e2354b7e34d2f498" providerId="LiveId" clId="{003F203D-70B0-4059-9844-D7232372AAB9}" dt="2026-09-26T07:21:44.033" v="240" actId="21"/>
          <ac:spMkLst>
            <pc:docMk/>
            <pc:sldMk cId="1152110882" sldId="260"/>
            <ac:spMk id="12" creationId="{81F87F97-2E12-4EEE-B4AA-D3E49B4A083D}"/>
          </ac:spMkLst>
        </pc:spChg>
        <pc:spChg chg="add del mod">
          <ac:chgData name="Keerti Gurung" userId="e2354b7e34d2f498" providerId="LiveId" clId="{003F203D-70B0-4059-9844-D7232372AAB9}" dt="2026-09-26T07:50:10.589" v="425"/>
          <ac:spMkLst>
            <pc:docMk/>
            <pc:sldMk cId="1152110882" sldId="260"/>
            <ac:spMk id="13" creationId="{886EC8AC-5461-4239-8AD2-102458FB43C2}"/>
          </ac:spMkLst>
        </pc:spChg>
        <pc:spChg chg="del mod">
          <ac:chgData name="Keerti Gurung" userId="e2354b7e34d2f498" providerId="LiveId" clId="{003F203D-70B0-4059-9844-D7232372AAB9}" dt="2026-09-26T07:52:27.860" v="468" actId="21"/>
          <ac:spMkLst>
            <pc:docMk/>
            <pc:sldMk cId="1152110882" sldId="260"/>
            <ac:spMk id="15" creationId="{640E721F-2559-41AC-B746-C3798032FD90}"/>
          </ac:spMkLst>
        </pc:spChg>
        <pc:picChg chg="mod">
          <ac:chgData name="Keerti Gurung" userId="e2354b7e34d2f498" providerId="LiveId" clId="{003F203D-70B0-4059-9844-D7232372AAB9}" dt="2026-09-26T07:54:34.882" v="498" actId="1076"/>
          <ac:picMkLst>
            <pc:docMk/>
            <pc:sldMk cId="1152110882" sldId="260"/>
            <ac:picMk id="16" creationId="{1394E010-9E1B-4FB8-A510-80DDFD780E57}"/>
          </ac:picMkLst>
        </pc:picChg>
      </pc:sldChg>
      <pc:sldChg chg="addSp delSp modSp mod">
        <pc:chgData name="Keerti Gurung" userId="e2354b7e34d2f498" providerId="LiveId" clId="{003F203D-70B0-4059-9844-D7232372AAB9}" dt="2026-09-26T07:37:55.033" v="370" actId="1076"/>
        <pc:sldMkLst>
          <pc:docMk/>
          <pc:sldMk cId="2245566905" sldId="261"/>
        </pc:sldMkLst>
        <pc:spChg chg="add del mod">
          <ac:chgData name="Keerti Gurung" userId="e2354b7e34d2f498" providerId="LiveId" clId="{003F203D-70B0-4059-9844-D7232372AAB9}" dt="2026-09-26T07:35:35.950" v="354" actId="21"/>
          <ac:spMkLst>
            <pc:docMk/>
            <pc:sldMk cId="2245566905" sldId="261"/>
            <ac:spMk id="3" creationId="{24E2B373-EEF6-4698-93F3-ED2AA72B0043}"/>
          </ac:spMkLst>
        </pc:spChg>
        <pc:spChg chg="mod">
          <ac:chgData name="Keerti Gurung" userId="e2354b7e34d2f498" providerId="LiveId" clId="{003F203D-70B0-4059-9844-D7232372AAB9}" dt="2026-09-26T07:37:55.033" v="370" actId="1076"/>
          <ac:spMkLst>
            <pc:docMk/>
            <pc:sldMk cId="2245566905" sldId="261"/>
            <ac:spMk id="9" creationId="{0C9F4D20-AF1B-4D68-A38B-1A93E674F3FC}"/>
          </ac:spMkLst>
        </pc:spChg>
        <pc:spChg chg="mod">
          <ac:chgData name="Keerti Gurung" userId="e2354b7e34d2f498" providerId="LiveId" clId="{003F203D-70B0-4059-9844-D7232372AAB9}" dt="2026-09-26T07:37:39.436" v="368" actId="1076"/>
          <ac:spMkLst>
            <pc:docMk/>
            <pc:sldMk cId="2245566905" sldId="261"/>
            <ac:spMk id="12" creationId="{49DBFDFD-8383-40F0-91F0-51E3D2811CA6}"/>
          </ac:spMkLst>
        </pc:spChg>
      </pc:sldChg>
      <pc:sldChg chg="modSp mod">
        <pc:chgData name="Keerti Gurung" userId="e2354b7e34d2f498" providerId="LiveId" clId="{003F203D-70B0-4059-9844-D7232372AAB9}" dt="2026-09-26T08:28:18.501" v="1013" actId="1076"/>
        <pc:sldMkLst>
          <pc:docMk/>
          <pc:sldMk cId="3162001317" sldId="262"/>
        </pc:sldMkLst>
        <pc:spChg chg="mod">
          <ac:chgData name="Keerti Gurung" userId="e2354b7e34d2f498" providerId="LiveId" clId="{003F203D-70B0-4059-9844-D7232372AAB9}" dt="2026-09-26T07:19:28.477" v="228" actId="27636"/>
          <ac:spMkLst>
            <pc:docMk/>
            <pc:sldMk cId="3162001317" sldId="262"/>
            <ac:spMk id="3" creationId="{313A2CBB-4DA8-40AF-8AE5-E662E359513A}"/>
          </ac:spMkLst>
        </pc:spChg>
        <pc:spChg chg="mod">
          <ac:chgData name="Keerti Gurung" userId="e2354b7e34d2f498" providerId="LiveId" clId="{003F203D-70B0-4059-9844-D7232372AAB9}" dt="2026-09-26T08:28:18.501" v="1013" actId="1076"/>
          <ac:spMkLst>
            <pc:docMk/>
            <pc:sldMk cId="3162001317" sldId="262"/>
            <ac:spMk id="4" creationId="{DB4F1738-82F0-4555-964B-CB0472CF4BB9}"/>
          </ac:spMkLst>
        </pc:spChg>
        <pc:spChg chg="mod">
          <ac:chgData name="Keerti Gurung" userId="e2354b7e34d2f498" providerId="LiveId" clId="{003F203D-70B0-4059-9844-D7232372AAB9}" dt="2026-09-26T08:27:31.144" v="1007" actId="13822"/>
          <ac:spMkLst>
            <pc:docMk/>
            <pc:sldMk cId="3162001317" sldId="262"/>
            <ac:spMk id="5" creationId="{8D26091E-929F-471D-AF8B-ACBA28B319DA}"/>
          </ac:spMkLst>
        </pc:spChg>
        <pc:spChg chg="mod">
          <ac:chgData name="Keerti Gurung" userId="e2354b7e34d2f498" providerId="LiveId" clId="{003F203D-70B0-4059-9844-D7232372AAB9}" dt="2026-09-26T07:20:41.227" v="235" actId="13822"/>
          <ac:spMkLst>
            <pc:docMk/>
            <pc:sldMk cId="3162001317" sldId="262"/>
            <ac:spMk id="6" creationId="{52240F4B-008E-4DE4-9FC2-1C6A0D0A4BE8}"/>
          </ac:spMkLst>
        </pc:spChg>
        <pc:spChg chg="mod">
          <ac:chgData name="Keerti Gurung" userId="e2354b7e34d2f498" providerId="LiveId" clId="{003F203D-70B0-4059-9844-D7232372AAB9}" dt="2026-09-26T07:20:46.380" v="236" actId="13822"/>
          <ac:spMkLst>
            <pc:docMk/>
            <pc:sldMk cId="3162001317" sldId="262"/>
            <ac:spMk id="7" creationId="{272C3EAC-F53E-4D5A-BFA6-3DBC38E01378}"/>
          </ac:spMkLst>
        </pc:spChg>
        <pc:spChg chg="mod">
          <ac:chgData name="Keerti Gurung" userId="e2354b7e34d2f498" providerId="LiveId" clId="{003F203D-70B0-4059-9844-D7232372AAB9}" dt="2026-09-26T08:27:43.542" v="1008" actId="1076"/>
          <ac:spMkLst>
            <pc:docMk/>
            <pc:sldMk cId="3162001317" sldId="262"/>
            <ac:spMk id="8" creationId="{C9758D3E-8CE2-46EB-8C5E-BF1A59916744}"/>
          </ac:spMkLst>
        </pc:spChg>
        <pc:spChg chg="mod">
          <ac:chgData name="Keerti Gurung" userId="e2354b7e34d2f498" providerId="LiveId" clId="{003F203D-70B0-4059-9844-D7232372AAB9}" dt="2026-09-26T08:27:48.345" v="1009" actId="1076"/>
          <ac:spMkLst>
            <pc:docMk/>
            <pc:sldMk cId="3162001317" sldId="262"/>
            <ac:spMk id="9" creationId="{99119452-9C50-4083-ABB2-CB741E6E1F73}"/>
          </ac:spMkLst>
        </pc:spChg>
        <pc:picChg chg="mod">
          <ac:chgData name="Keerti Gurung" userId="e2354b7e34d2f498" providerId="LiveId" clId="{003F203D-70B0-4059-9844-D7232372AAB9}" dt="2026-09-26T08:28:06.421" v="1011" actId="1076"/>
          <ac:picMkLst>
            <pc:docMk/>
            <pc:sldMk cId="3162001317" sldId="262"/>
            <ac:picMk id="11" creationId="{86CFF4CD-8FA6-4C6E-B61B-290ACE3B52F7}"/>
          </ac:picMkLst>
        </pc:picChg>
      </pc:sldChg>
      <pc:sldChg chg="del">
        <pc:chgData name="Keerti Gurung" userId="e2354b7e34d2f498" providerId="LiveId" clId="{003F203D-70B0-4059-9844-D7232372AAB9}" dt="2026-09-26T08:53:28.875" v="1703" actId="2696"/>
        <pc:sldMkLst>
          <pc:docMk/>
          <pc:sldMk cId="3992826602" sldId="263"/>
        </pc:sldMkLst>
      </pc:sldChg>
      <pc:sldChg chg="modSp mod">
        <pc:chgData name="Keerti Gurung" userId="e2354b7e34d2f498" providerId="LiveId" clId="{003F203D-70B0-4059-9844-D7232372AAB9}" dt="2026-09-26T08:52:36.252" v="1702" actId="20577"/>
        <pc:sldMkLst>
          <pc:docMk/>
          <pc:sldMk cId="1956836748" sldId="264"/>
        </pc:sldMkLst>
        <pc:spChg chg="mod">
          <ac:chgData name="Keerti Gurung" userId="e2354b7e34d2f498" providerId="LiveId" clId="{003F203D-70B0-4059-9844-D7232372AAB9}" dt="2026-09-26T08:52:36.252" v="1702" actId="20577"/>
          <ac:spMkLst>
            <pc:docMk/>
            <pc:sldMk cId="1956836748" sldId="264"/>
            <ac:spMk id="3" creationId="{C1A11820-7CC3-434E-A6B8-E845AFB698D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46ABC-1537-49E0-B584-0469D7EDC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98B75-CCF3-44E0-890B-3963A7B52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74080-AC8A-493D-8816-952A4F9BE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09AE-8639-4C23-B8E7-CA9382F03BD0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3534A-21AD-46AD-8F99-77E551AE2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1617E-A789-4A39-B00E-6B22482E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3E36-866D-4872-81F8-8D77D94A23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891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AFAE8-1082-431F-BF43-82E5CDDE3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3FB84-C2AE-4D33-854F-A984AE109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80907-913B-4C4F-878C-959CA5374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09AE-8639-4C23-B8E7-CA9382F03BD0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56AA5-8D2F-46FE-A5CC-0EB2586DA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59593-5A0D-4E00-9AD7-E0424261C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3E36-866D-4872-81F8-8D77D94A23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22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C1D1-4A84-4AAB-8ABC-1802379D1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12191-7863-44AE-99AD-39EE9C1A1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DBA0B-7B73-4558-B051-B300B295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09AE-8639-4C23-B8E7-CA9382F03BD0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B291E-0334-4487-A0DF-A9D07174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B2815-6036-4E35-BA81-8FF39732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3E36-866D-4872-81F8-8D77D94A23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90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3FCCC-7FA8-4B73-BCD5-1B0509A3B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A8B83-70D8-4604-9117-017A985B1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19A42-91C6-49AD-A672-AE7F287D6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0B067-70A4-4584-81F0-255F2506A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09AE-8639-4C23-B8E7-CA9382F03BD0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5B3FF-07EB-4335-8D20-58A09CE7D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47398-3F84-4A05-A887-CC3804476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3E36-866D-4872-81F8-8D77D94A23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4520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6BF5A-27EF-4696-8E08-3AE3DF113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2D6B1-4985-4381-A67C-9EDA758C7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BE343C-077E-47CE-996D-6F7769097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A3B016-5CD3-442A-BF9D-CC1A14DE9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C13E6F-50AD-4A47-B9EA-D3A24060CD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07C444-5674-4709-8172-53108FBD5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09AE-8639-4C23-B8E7-CA9382F03BD0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3A30BD-6047-4F94-B182-204616D26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668C93-071B-4D91-B95B-6C0D720CA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3E36-866D-4872-81F8-8D77D94A23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2155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6854-FBB7-4CC7-A79F-E1D337FB5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288F20-CD69-4951-980D-708900954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09AE-8639-4C23-B8E7-CA9382F03BD0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E1A6D0-7D78-4E56-9A6D-2432FC8B7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E7A60-2FA9-4776-AC2C-26346504E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3E36-866D-4872-81F8-8D77D94A23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977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0A69B2-EDC3-4B22-BE9F-9251249F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09AE-8639-4C23-B8E7-CA9382F03BD0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BE8CEA-97F3-4AEF-B762-07C1CF7C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1F0F6-A39A-4E93-B57B-49A7DABA1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3E36-866D-4872-81F8-8D77D94A23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137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DE820-62CD-4453-BF01-5ED26F733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394BD-56B0-4A8A-A5F7-59BC2A129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D48AC-C2FC-42C0-9B62-2E9E1EF35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7DEC6-FC5E-4556-967B-156F89786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09AE-8639-4C23-B8E7-CA9382F03BD0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0173F-9290-4396-B16C-206F2A546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B40F4-5F61-459B-9CB5-02E683561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3E36-866D-4872-81F8-8D77D94A23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318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D96D-D5ED-46C2-90B5-F2297B02A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49CD68-C61D-49F0-8D90-17933F569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64D14D-0E17-4199-BACB-3BC86302C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38675-D03C-4241-9000-21D419EA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09AE-8639-4C23-B8E7-CA9382F03BD0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7B76B-295B-4689-921E-977B86C07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B0003-C5E0-46F5-A577-2881A6915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3E36-866D-4872-81F8-8D77D94A23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267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39382-B96F-4F23-ADDD-3568C9D7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6D77F-B376-4774-A428-5A0E5633E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6BB02-971C-4BBC-9BDA-5B839441A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09AE-8639-4C23-B8E7-CA9382F03BD0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13F14-EC06-4186-B22C-9A76EC7C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5F110-CD7C-45EB-A046-11B0F10D6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3E36-866D-4872-81F8-8D77D94A23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39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752960-6812-4D97-B297-E2F823A9BB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F4669-B7F5-4B4C-9250-9AD92D82A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6C21E-808F-4C47-87F1-599FD7952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09AE-8639-4C23-B8E7-CA9382F03BD0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D7636-08B9-4E9C-AE70-4FCEB13A9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A1810-0E3A-4251-9883-E121F6D23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3E36-866D-4872-81F8-8D77D94A23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560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1E55D-F324-4B11-9D3F-79346554B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63F25-9C15-4282-8F75-3D40C9920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25D47-17D2-4D56-98DB-D568DDF1B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509AE-8639-4C23-B8E7-CA9382F03BD0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8967D-D689-4E9A-B323-49725A3C0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9209E-E486-4C0C-A547-DF02961B7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73E36-866D-4872-81F8-8D77D94A23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644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CCD44-A660-46A2-825B-78A6EF8CA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4247" y="606974"/>
            <a:ext cx="9144000" cy="2227666"/>
          </a:xfrm>
        </p:spPr>
        <p:txBody>
          <a:bodyPr>
            <a:normAutofit/>
          </a:bodyPr>
          <a:lstStyle/>
          <a:p>
            <a:r>
              <a:rPr lang="en-GB" sz="4000" b="1" dirty="0">
                <a:latin typeface="+mn-lt"/>
              </a:rPr>
              <a:t>Wayfair E-commerce Sales &amp; Profitability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D0DE3-630C-42EC-9F5C-B6AFD109F3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1400" dirty="0"/>
              <a:t>Case Study | 2024-2025</a:t>
            </a:r>
          </a:p>
          <a:p>
            <a:r>
              <a:rPr lang="en-GB" sz="1400" dirty="0"/>
              <a:t>Tools: Python | PostgreSQL | Power BI</a:t>
            </a:r>
          </a:p>
        </p:txBody>
      </p:sp>
    </p:spTree>
    <p:extLst>
      <p:ext uri="{BB962C8B-B14F-4D97-AF65-F5344CB8AC3E}">
        <p14:creationId xmlns:p14="http://schemas.microsoft.com/office/powerpoint/2010/main" val="1858497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BD110-08A7-4969-B059-A87AFB0C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+mn-lt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F1F93-4CE4-4633-96F8-92A0B1365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/>
              <a:t>This analysis evaluates historical sales data of Wayfair E-Commerce Company from 2024-2025 to understand changes in sales and profitability, identify products and categories contributing to performance and examine the roles of returns and cancellations.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Business Questions: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How has sales performance changed from 2024-2025?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Which products and categories drive revenue and profitability?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How are returns and cancellations affecting performance?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0653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523D-E30E-458A-8F1B-941AFFEE9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+mn-lt"/>
              </a:rPr>
              <a:t>Data &amp; Analytical Approach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41B7ED8-3E2F-4C8D-9B70-29F479479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0611"/>
            <a:ext cx="10515600" cy="4406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DATASETS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ANALYTICAL WORKFLOW</a:t>
            </a:r>
          </a:p>
          <a:p>
            <a:pPr marL="0" indent="0">
              <a:buNone/>
            </a:pPr>
            <a:r>
              <a:rPr lang="en-GB" sz="2000" dirty="0"/>
              <a:t>Raw Data → Data Cleaning → Exploratory Data Analysis → Data Modelling → KPI Definition →</a:t>
            </a:r>
          </a:p>
          <a:p>
            <a:pPr marL="0" indent="0">
              <a:buNone/>
            </a:pPr>
            <a:r>
              <a:rPr lang="en-GB" sz="2000" dirty="0"/>
              <a:t>SQL Analysis → Power BI Dashboard → Insights &amp; Recommendations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A30C8665-A924-49B1-8678-5A845EE38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040762"/>
              </p:ext>
            </p:extLst>
          </p:nvPr>
        </p:nvGraphicFramePr>
        <p:xfrm>
          <a:off x="914400" y="2100580"/>
          <a:ext cx="9526388" cy="2656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62793">
                  <a:extLst>
                    <a:ext uri="{9D8B030D-6E8A-4147-A177-3AD203B41FA5}">
                      <a16:colId xmlns:a16="http://schemas.microsoft.com/office/drawing/2014/main" val="3736096802"/>
                    </a:ext>
                  </a:extLst>
                </a:gridCol>
                <a:gridCol w="1379912">
                  <a:extLst>
                    <a:ext uri="{9D8B030D-6E8A-4147-A177-3AD203B41FA5}">
                      <a16:colId xmlns:a16="http://schemas.microsoft.com/office/drawing/2014/main" val="238874095"/>
                    </a:ext>
                  </a:extLst>
                </a:gridCol>
                <a:gridCol w="2801390">
                  <a:extLst>
                    <a:ext uri="{9D8B030D-6E8A-4147-A177-3AD203B41FA5}">
                      <a16:colId xmlns:a16="http://schemas.microsoft.com/office/drawing/2014/main" val="735768114"/>
                    </a:ext>
                  </a:extLst>
                </a:gridCol>
                <a:gridCol w="3782293">
                  <a:extLst>
                    <a:ext uri="{9D8B030D-6E8A-4147-A177-3AD203B41FA5}">
                      <a16:colId xmlns:a16="http://schemas.microsoft.com/office/drawing/2014/main" val="2957723152"/>
                    </a:ext>
                  </a:extLst>
                </a:gridCol>
              </a:tblGrid>
              <a:tr h="325693">
                <a:tc>
                  <a:txBody>
                    <a:bodyPr/>
                    <a:lstStyle/>
                    <a:p>
                      <a:r>
                        <a:rPr lang="en-GB" sz="1800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Grain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238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3,600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One row per 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Customer and acquisition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037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One row per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Product, category, price and cost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038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9,207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One row per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Order dates, status, payment, discounts and shipping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538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Order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15,409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One row per product one within an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Product-level transaction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887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091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677BF-602F-4C43-996A-21BF3097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+mn-lt"/>
              </a:rPr>
              <a:t>Data Cleaning and Data Modelling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F34D8-2E72-4546-9E03-70F382286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51519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Key Data Cleaning Steps:</a:t>
            </a:r>
          </a:p>
          <a:p>
            <a:r>
              <a:rPr lang="en-GB" sz="2000" dirty="0"/>
              <a:t>Removed 38 exact duplicate order records</a:t>
            </a:r>
          </a:p>
          <a:p>
            <a:r>
              <a:rPr lang="en-GB" sz="2000" dirty="0"/>
              <a:t>Removed 199 order-item records with missing unit prices</a:t>
            </a:r>
          </a:p>
          <a:p>
            <a:r>
              <a:rPr lang="en-GB" sz="2000" dirty="0"/>
              <a:t>Converted data fields to proper data format</a:t>
            </a:r>
          </a:p>
          <a:p>
            <a:r>
              <a:rPr lang="en-GB" sz="2000" dirty="0"/>
              <a:t>Replaced missing discount codes with “No Discount”</a:t>
            </a:r>
          </a:p>
          <a:p>
            <a:r>
              <a:rPr lang="en-GB" sz="2000" dirty="0"/>
              <a:t>Standardized product category names</a:t>
            </a:r>
          </a:p>
          <a:p>
            <a:r>
              <a:rPr lang="en-GB" sz="2000" dirty="0"/>
              <a:t>Validated relationships between datasets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669161-C7B4-44EC-99B1-786044642C9E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69280" y="1880639"/>
            <a:ext cx="5684520" cy="326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354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8553E96-42C0-472E-8B44-7700CD55B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+mn-lt"/>
              </a:rPr>
              <a:t>Sales Performance: 2024 vs 2025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6D81C15-7D36-4C39-B24F-C0729E27B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199" y="1838594"/>
            <a:ext cx="3882045" cy="39636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200" dirty="0"/>
              <a:t>Monthly Pattern</a:t>
            </a:r>
          </a:p>
          <a:p>
            <a:pPr marL="0" indent="0">
              <a:buNone/>
            </a:pPr>
            <a:r>
              <a:rPr lang="en-GB" sz="2200" dirty="0"/>
              <a:t> November was the strongest month in both years.</a:t>
            </a:r>
          </a:p>
          <a:p>
            <a:r>
              <a:rPr lang="en-GB" sz="2200" dirty="0"/>
              <a:t>Nov 2024 Revenue: $107.5K</a:t>
            </a:r>
          </a:p>
          <a:p>
            <a:r>
              <a:rPr lang="en-GB" sz="2200" dirty="0"/>
              <a:t>Nov 2025 Revenue: $141.1K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r>
              <a:rPr lang="en-GB" sz="2200" dirty="0"/>
              <a:t>Yearly Pattern</a:t>
            </a:r>
          </a:p>
          <a:p>
            <a:pPr marL="0" indent="0">
              <a:buNone/>
            </a:pPr>
            <a:r>
              <a:rPr lang="en-GB" sz="2000" dirty="0"/>
              <a:t>Revenue - </a:t>
            </a:r>
            <a:r>
              <a:rPr lang="en-GB" sz="2200" dirty="0"/>
              <a:t>$926.5K → $1.12M</a:t>
            </a:r>
          </a:p>
          <a:p>
            <a:pPr marL="0" indent="0">
              <a:buNone/>
            </a:pPr>
            <a:r>
              <a:rPr lang="en-GB" sz="2200" dirty="0"/>
              <a:t>Profit - $442.4K → $564.8K</a:t>
            </a:r>
          </a:p>
          <a:p>
            <a:pPr marL="0" indent="0">
              <a:buNone/>
            </a:pPr>
            <a:r>
              <a:rPr lang="en-US" sz="2200" dirty="0"/>
              <a:t>Revenue +21.0% </a:t>
            </a:r>
          </a:p>
          <a:p>
            <a:pPr marL="0" indent="0">
              <a:buNone/>
            </a:pPr>
            <a:r>
              <a:rPr lang="en-US" sz="2200" dirty="0"/>
              <a:t>Profit +27.7%</a:t>
            </a:r>
            <a:endParaRPr lang="en-GB" sz="2200" dirty="0"/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394E010-9E1B-4FB8-A510-80DDFD780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03" y="1720894"/>
            <a:ext cx="6238621" cy="354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10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8A11-4F84-43F6-B7B3-21C93A878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+mn-lt"/>
              </a:rPr>
              <a:t>Product &amp; Category Performance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5455B80-10A0-4745-BF1C-0EBF1FDA56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248400" y="1551661"/>
            <a:ext cx="5181600" cy="3311283"/>
          </a:xfr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9E53D98-8513-48BE-8FBD-DF55722955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8200" y="1592869"/>
            <a:ext cx="5181600" cy="3270076"/>
          </a:xfr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C9F4D20-AF1B-4D68-A38B-1A93E674F3FC}"/>
              </a:ext>
            </a:extLst>
          </p:cNvPr>
          <p:cNvSpPr/>
          <p:nvPr/>
        </p:nvSpPr>
        <p:spPr>
          <a:xfrm>
            <a:off x="746762" y="4938008"/>
            <a:ext cx="3259974" cy="1017327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000" dirty="0"/>
              <a:t>Top Category: Furniture</a:t>
            </a:r>
          </a:p>
          <a:p>
            <a:r>
              <a:rPr lang="en-GB" sz="2000" dirty="0"/>
              <a:t>Revenue: $367.9K</a:t>
            </a:r>
          </a:p>
          <a:p>
            <a:r>
              <a:rPr lang="en-GB" sz="2000" dirty="0"/>
              <a:t>Profit: $170.3K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9DBFDFD-8383-40F0-91F0-51E3D2811CA6}"/>
              </a:ext>
            </a:extLst>
          </p:cNvPr>
          <p:cNvSpPr/>
          <p:nvPr/>
        </p:nvSpPr>
        <p:spPr>
          <a:xfrm>
            <a:off x="6248400" y="4932871"/>
            <a:ext cx="3676996" cy="1055716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000" dirty="0"/>
              <a:t>Top Product: Cotton Patio Chair</a:t>
            </a:r>
          </a:p>
          <a:p>
            <a:r>
              <a:rPr lang="en-GB" sz="2000" dirty="0"/>
              <a:t>Revenue: $74.5K</a:t>
            </a:r>
          </a:p>
          <a:p>
            <a:r>
              <a:rPr lang="en-GB" sz="2000" dirty="0"/>
              <a:t>Profit: $33.3K</a:t>
            </a:r>
          </a:p>
        </p:txBody>
      </p:sp>
    </p:spTree>
    <p:extLst>
      <p:ext uri="{BB962C8B-B14F-4D97-AF65-F5344CB8AC3E}">
        <p14:creationId xmlns:p14="http://schemas.microsoft.com/office/powerpoint/2010/main" val="2245566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2257F-1CA3-4D1F-BF7D-DA4A7F87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+mn-lt"/>
              </a:rPr>
              <a:t>Return &amp; Cancellations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A2CBB-4DA8-40AF-8AE5-E662E3595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204" y="1974382"/>
            <a:ext cx="4515196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dirty="0"/>
              <a:t>OVERALL STATUS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F1738-82F0-4555-964B-CB0472CF4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8187" y="4913959"/>
            <a:ext cx="5181600" cy="12050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GB" dirty="0"/>
          </a:p>
          <a:p>
            <a:r>
              <a:rPr lang="en-GB" sz="2200" dirty="0"/>
              <a:t>Furniture → Highest return rate: 11.66%</a:t>
            </a:r>
          </a:p>
          <a:p>
            <a:r>
              <a:rPr lang="en-GB" sz="2200" dirty="0"/>
              <a:t>Bath → Highest cancellation rate: 4.50%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26091E-929F-471D-AF8B-ACBA28B319DA}"/>
              </a:ext>
            </a:extLst>
          </p:cNvPr>
          <p:cNvSpPr/>
          <p:nvPr/>
        </p:nvSpPr>
        <p:spPr>
          <a:xfrm>
            <a:off x="838201" y="2616893"/>
            <a:ext cx="1921624" cy="81210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9,207</a:t>
            </a:r>
          </a:p>
          <a:p>
            <a:pPr algn="ctr"/>
            <a:r>
              <a:rPr lang="en-GB" sz="2000" dirty="0"/>
              <a:t>Orders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240F4B-008E-4DE4-9FC2-1C6A0D0A4BE8}"/>
              </a:ext>
            </a:extLst>
          </p:cNvPr>
          <p:cNvSpPr/>
          <p:nvPr/>
        </p:nvSpPr>
        <p:spPr>
          <a:xfrm>
            <a:off x="789479" y="3743999"/>
            <a:ext cx="1921624" cy="81210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407</a:t>
            </a:r>
          </a:p>
          <a:p>
            <a:pPr algn="ctr"/>
            <a:r>
              <a:rPr lang="en-GB" sz="2000" dirty="0"/>
              <a:t>Returned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2C3EAC-F53E-4D5A-BFA6-3DBC38E01378}"/>
              </a:ext>
            </a:extLst>
          </p:cNvPr>
          <p:cNvSpPr/>
          <p:nvPr/>
        </p:nvSpPr>
        <p:spPr>
          <a:xfrm>
            <a:off x="789479" y="4880171"/>
            <a:ext cx="1921624" cy="81210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344</a:t>
            </a:r>
          </a:p>
          <a:p>
            <a:pPr algn="ctr"/>
            <a:r>
              <a:rPr lang="en-GB" sz="2000" dirty="0"/>
              <a:t>Cancelled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758D3E-8CE2-46EB-8C5E-BF1A59916744}"/>
              </a:ext>
            </a:extLst>
          </p:cNvPr>
          <p:cNvSpPr/>
          <p:nvPr/>
        </p:nvSpPr>
        <p:spPr>
          <a:xfrm>
            <a:off x="3036800" y="2616893"/>
            <a:ext cx="1921625" cy="81210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4.42%</a:t>
            </a:r>
          </a:p>
          <a:p>
            <a:pPr algn="ctr"/>
            <a:r>
              <a:rPr lang="en-GB" sz="2000" dirty="0"/>
              <a:t>Return Rate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119452-9C50-4083-ABB2-CB741E6E1F73}"/>
              </a:ext>
            </a:extLst>
          </p:cNvPr>
          <p:cNvSpPr/>
          <p:nvPr/>
        </p:nvSpPr>
        <p:spPr>
          <a:xfrm>
            <a:off x="3036567" y="3743999"/>
            <a:ext cx="1921624" cy="101919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3.74%</a:t>
            </a:r>
          </a:p>
          <a:p>
            <a:pPr algn="ctr"/>
            <a:r>
              <a:rPr lang="en-GB" sz="2000" dirty="0"/>
              <a:t>Cancellation Rate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CFF4CD-8FA6-4C6E-B61B-290ACE3B5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166" y="1666350"/>
            <a:ext cx="6219334" cy="345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001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0E90-D1C4-4CE2-AAC1-ECF8E164D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+mn-lt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11820-7CC3-434E-A6B8-E845AFB69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000" dirty="0"/>
              <a:t>Monitor category-level profitability: Track revenue alongside profit margin to identify high-sales categories with weaker profitability.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Investigate Furniture returns: Review product expectations, descriptions, quality and fulfilment to understand the 11.66% return rate.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Review Bath cancellation: Investigate the causes behind the ~4.50% cancellation rate and identify potential operational issues.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Evaluate high-revenue, low-margin products: Review pricing, product costs and promotional strategies to improve profitability.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Plan for seasonal demand: Use the strong November sales pattern to support inventory and promotional planning.</a:t>
            </a:r>
          </a:p>
        </p:txBody>
      </p:sp>
    </p:spTree>
    <p:extLst>
      <p:ext uri="{BB962C8B-B14F-4D97-AF65-F5344CB8AC3E}">
        <p14:creationId xmlns:p14="http://schemas.microsoft.com/office/powerpoint/2010/main" val="1956836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791FB-D5D8-4AAB-B9CB-3988A9EF0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>
                <a:latin typeface="+mn-lt"/>
              </a:rPr>
              <a:t>Limitations</a:t>
            </a:r>
            <a:r>
              <a:rPr lang="en-GB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0F9E1-BE3B-41D4-A11A-97EC2750A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Dataset represents a simulated e-commerce business scenario</a:t>
            </a:r>
          </a:p>
          <a:p>
            <a:r>
              <a:rPr lang="en-GB" sz="2000" dirty="0"/>
              <a:t>199 order-item records with missing unit prices were removed</a:t>
            </a:r>
          </a:p>
          <a:p>
            <a:r>
              <a:rPr lang="en-GB" sz="2000" dirty="0"/>
              <a:t>Refund amounts and  direct financial impact of returns / cancellations were not available</a:t>
            </a:r>
          </a:p>
          <a:p>
            <a:r>
              <a:rPr lang="en-GB" sz="2000" dirty="0"/>
              <a:t>Analysis covers only 2024-2025</a:t>
            </a:r>
          </a:p>
        </p:txBody>
      </p:sp>
    </p:spTree>
    <p:extLst>
      <p:ext uri="{BB962C8B-B14F-4D97-AF65-F5344CB8AC3E}">
        <p14:creationId xmlns:p14="http://schemas.microsoft.com/office/powerpoint/2010/main" val="2370239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89A4AE-612D-4C44-A75E-0F23262E4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74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latin typeface="+mn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07106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474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Wayfair E-commerce Sales &amp; Profitability Analysis</vt:lpstr>
      <vt:lpstr>Business Problem</vt:lpstr>
      <vt:lpstr>Data &amp; Analytical Approach</vt:lpstr>
      <vt:lpstr>Data Cleaning and Data Modelling </vt:lpstr>
      <vt:lpstr>Sales Performance: 2024 vs 2025</vt:lpstr>
      <vt:lpstr>Product &amp; Category Performance</vt:lpstr>
      <vt:lpstr>Return &amp; Cancellations</vt:lpstr>
      <vt:lpstr>Business Recommendations</vt:lpstr>
      <vt:lpstr>Limitations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WayFair E-commerce Sales &amp; Profitability Analysis</dc:title>
  <dc:creator>Keerti Gurung</dc:creator>
  <cp:lastModifiedBy>Keerti Gurung</cp:lastModifiedBy>
  <cp:revision>9</cp:revision>
  <dcterms:created xsi:type="dcterms:W3CDTF">2026-09-22T10:40:13Z</dcterms:created>
  <dcterms:modified xsi:type="dcterms:W3CDTF">2026-09-26T08:54:32Z</dcterms:modified>
</cp:coreProperties>
</file>